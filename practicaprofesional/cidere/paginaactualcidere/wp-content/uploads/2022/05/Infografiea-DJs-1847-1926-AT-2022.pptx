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handoutMasterIdLst>
    <p:handoutMasterId r:id="rId7"/>
  </p:handoutMasterIdLst>
  <p:sldIdLst>
    <p:sldId id="286" r:id="rId5"/>
  </p:sldIdLst>
  <p:sldSz cx="6858000" cy="9144000" type="letter"/>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287BB92D-29B9-47CC-A558-C67C30105CF5}">
          <p14:sldIdLst>
            <p14:sldId id="286"/>
          </p14:sldIdLst>
        </p14:section>
        <p14:section name="Sección sin título" id="{B907D4DC-1612-4BD7-9025-5CF766DD49F0}">
          <p14:sldIdLst/>
        </p14:section>
      </p14:sectionLst>
    </p:ext>
    <p:ext uri="{EFAFB233-063F-42B5-8137-9DF3F51BA10A}">
      <p15:sldGuideLst xmlns:p15="http://schemas.microsoft.com/office/powerpoint/2012/main">
        <p15:guide id="1" orient="horz" pos="2880" userDrawn="1">
          <p15:clr>
            <a:srgbClr val="A4A3A4"/>
          </p15:clr>
        </p15:guide>
        <p15:guide id="2" pos="2183" userDrawn="1">
          <p15:clr>
            <a:srgbClr val="A4A3A4"/>
          </p15:clr>
        </p15:guide>
        <p15:guide id="3" pos="4110" userDrawn="1">
          <p15:clr>
            <a:srgbClr val="A4A3A4"/>
          </p15:clr>
        </p15:guide>
        <p15:guide id="4" pos="255" userDrawn="1">
          <p15:clr>
            <a:srgbClr val="A4A3A4"/>
          </p15:clr>
        </p15:guide>
        <p15:guide id="5" pos="2251" userDrawn="1">
          <p15:clr>
            <a:srgbClr val="A4A3A4"/>
          </p15:clr>
        </p15:guide>
        <p15:guide id="6" pos="211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dolfo Esteban Bravo Bustos" initials="REBB" lastIdx="5" clrIdx="0">
    <p:extLst>
      <p:ext uri="{19B8F6BF-5375-455C-9EA6-DF929625EA0E}">
        <p15:presenceInfo xmlns:p15="http://schemas.microsoft.com/office/powerpoint/2012/main" userId="S-1-5-21-1009423359-3612829162-352075641-8627" providerId="AD"/>
      </p:ext>
    </p:extLst>
  </p:cmAuthor>
  <p:cmAuthor id="2" name="Paula Andrea Del Carmen Carmona Guzman" initials="PADCCG" lastIdx="7" clrIdx="1">
    <p:extLst>
      <p:ext uri="{19B8F6BF-5375-455C-9EA6-DF929625EA0E}">
        <p15:presenceInfo xmlns:p15="http://schemas.microsoft.com/office/powerpoint/2012/main" userId="S::paula.carmona@sii.cl::1df83599-4e1b-4a2c-aae2-9c2bec0605d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A3FF"/>
    <a:srgbClr val="E6500A"/>
    <a:srgbClr val="0961A3"/>
    <a:srgbClr val="0064A0"/>
    <a:srgbClr val="0070C0"/>
    <a:srgbClr val="7373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Estilo medio 3 - Énfasis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A111915-BE36-4E01-A7E5-04B1672EAD32}" styleName="Estilo claro 2 - Acento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732" autoAdjust="0"/>
    <p:restoredTop sz="93487" autoAdjust="0"/>
  </p:normalViewPr>
  <p:slideViewPr>
    <p:cSldViewPr snapToGrid="0">
      <p:cViewPr varScale="1">
        <p:scale>
          <a:sx n="81" d="100"/>
          <a:sy n="81" d="100"/>
        </p:scale>
        <p:origin x="1740" y="102"/>
      </p:cViewPr>
      <p:guideLst>
        <p:guide orient="horz" pos="2880"/>
        <p:guide pos="2183"/>
        <p:guide pos="4110"/>
        <p:guide pos="255"/>
        <p:guide pos="2251"/>
        <p:guide pos="2115"/>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9" d="100"/>
          <a:sy n="79" d="100"/>
        </p:scale>
        <p:origin x="2022"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s-CL" dirty="0"/>
          </a:p>
        </p:txBody>
      </p:sp>
      <p:sp>
        <p:nvSpPr>
          <p:cNvPr id="3" name="Marcador de fecha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5D1A46BF-A278-44DF-8CA9-A86DC880E068}" type="datetimeFigureOut">
              <a:rPr lang="es-CL" smtClean="0"/>
              <a:t>30-05-2022</a:t>
            </a:fld>
            <a:endParaRPr lang="es-CL" dirty="0"/>
          </a:p>
        </p:txBody>
      </p:sp>
      <p:sp>
        <p:nvSpPr>
          <p:cNvPr id="4" name="Marcador de pie de página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r>
              <a:rPr lang="es-CL" dirty="0"/>
              <a:t>eddssssd</a:t>
            </a:r>
          </a:p>
        </p:txBody>
      </p:sp>
      <p:sp>
        <p:nvSpPr>
          <p:cNvPr id="5" name="Marcador de número de diapositiva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B0B5B9FD-F9E2-4F51-9BDA-8B5A7B857818}" type="slidenum">
              <a:rPr lang="es-CL" smtClean="0"/>
              <a:t>‹Nº›</a:t>
            </a:fld>
            <a:endParaRPr lang="es-CL" dirty="0"/>
          </a:p>
        </p:txBody>
      </p:sp>
    </p:spTree>
    <p:extLst>
      <p:ext uri="{BB962C8B-B14F-4D97-AF65-F5344CB8AC3E}">
        <p14:creationId xmlns:p14="http://schemas.microsoft.com/office/powerpoint/2010/main" val="269059946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s-CL" dirty="0"/>
          </a:p>
        </p:txBody>
      </p:sp>
      <p:sp>
        <p:nvSpPr>
          <p:cNvPr id="3" name="Marcador de fecha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1EDB031E-EE6D-4CFF-BBE1-A7DD22F8F56B}" type="datetimeFigureOut">
              <a:rPr lang="es-CL" smtClean="0"/>
              <a:t>30-05-2022</a:t>
            </a:fld>
            <a:endParaRPr lang="es-CL" dirty="0"/>
          </a:p>
        </p:txBody>
      </p:sp>
      <p:sp>
        <p:nvSpPr>
          <p:cNvPr id="4" name="Marcador de imagen de diapositiva 3"/>
          <p:cNvSpPr>
            <a:spLocks noGrp="1" noRot="1" noChangeAspect="1"/>
          </p:cNvSpPr>
          <p:nvPr>
            <p:ph type="sldImg" idx="2"/>
          </p:nvPr>
        </p:nvSpPr>
        <p:spPr>
          <a:xfrm>
            <a:off x="2328863" y="1162050"/>
            <a:ext cx="2352675" cy="3136900"/>
          </a:xfrm>
          <a:prstGeom prst="rect">
            <a:avLst/>
          </a:prstGeom>
          <a:noFill/>
          <a:ln w="12700">
            <a:solidFill>
              <a:prstClr val="black"/>
            </a:solidFill>
          </a:ln>
        </p:spPr>
        <p:txBody>
          <a:bodyPr vert="horz" lIns="93177" tIns="46589" rIns="93177" bIns="46589" rtlCol="0" anchor="ctr"/>
          <a:lstStyle/>
          <a:p>
            <a:endParaRPr lang="es-CL" dirty="0"/>
          </a:p>
        </p:txBody>
      </p:sp>
      <p:sp>
        <p:nvSpPr>
          <p:cNvPr id="5" name="Marcador de notas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r>
              <a:rPr lang="es-CL" dirty="0"/>
              <a:t>eddssssd</a:t>
            </a:r>
          </a:p>
        </p:txBody>
      </p:sp>
      <p:sp>
        <p:nvSpPr>
          <p:cNvPr id="7" name="Marcador de número de diapositiva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880733DC-E347-404A-A268-AD067E6642C8}" type="slidenum">
              <a:rPr lang="es-CL" smtClean="0"/>
              <a:t>‹Nº›</a:t>
            </a:fld>
            <a:endParaRPr lang="es-CL" dirty="0"/>
          </a:p>
        </p:txBody>
      </p:sp>
    </p:spTree>
    <p:extLst>
      <p:ext uri="{BB962C8B-B14F-4D97-AF65-F5344CB8AC3E}">
        <p14:creationId xmlns:p14="http://schemas.microsoft.com/office/powerpoint/2010/main" val="3012880860"/>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203F9EBB-D487-47FE-9D13-43C3A530300D}" type="datetime1">
              <a:rPr lang="es-CL" smtClean="0"/>
              <a:t>30-05-2022</a:t>
            </a:fld>
            <a:endParaRPr lang="es-CL" dirty="0"/>
          </a:p>
        </p:txBody>
      </p:sp>
      <p:sp>
        <p:nvSpPr>
          <p:cNvPr id="5" name="Footer Placeholder 4"/>
          <p:cNvSpPr>
            <a:spLocks noGrp="1"/>
          </p:cNvSpPr>
          <p:nvPr>
            <p:ph type="ftr" sz="quarter" idx="11"/>
          </p:nvPr>
        </p:nvSpPr>
        <p:spPr/>
        <p:txBody>
          <a:bodyPr/>
          <a:lstStyle/>
          <a:p>
            <a:r>
              <a:rPr lang="es-CL" dirty="0"/>
              <a:t>eedddfff</a:t>
            </a:r>
          </a:p>
        </p:txBody>
      </p:sp>
      <p:sp>
        <p:nvSpPr>
          <p:cNvPr id="6" name="Slide Number Placeholder 5"/>
          <p:cNvSpPr>
            <a:spLocks noGrp="1"/>
          </p:cNvSpPr>
          <p:nvPr>
            <p:ph type="sldNum" sz="quarter" idx="12"/>
          </p:nvPr>
        </p:nvSpPr>
        <p:spPr/>
        <p:txBody>
          <a:bodyPr/>
          <a:lstStyle/>
          <a:p>
            <a:fld id="{6CF736C0-3AAB-4E2B-AA02-940326BE43B1}" type="slidenum">
              <a:rPr lang="es-CL" smtClean="0"/>
              <a:t>‹Nº›</a:t>
            </a:fld>
            <a:endParaRPr lang="es-CL" dirty="0"/>
          </a:p>
        </p:txBody>
      </p:sp>
    </p:spTree>
    <p:extLst>
      <p:ext uri="{BB962C8B-B14F-4D97-AF65-F5344CB8AC3E}">
        <p14:creationId xmlns:p14="http://schemas.microsoft.com/office/powerpoint/2010/main" val="1819005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708E100-CAB2-493E-9496-ECF5D0C4D852}" type="datetime1">
              <a:rPr lang="es-CL" smtClean="0"/>
              <a:t>30-05-2022</a:t>
            </a:fld>
            <a:endParaRPr lang="es-CL" dirty="0"/>
          </a:p>
        </p:txBody>
      </p:sp>
      <p:sp>
        <p:nvSpPr>
          <p:cNvPr id="5" name="Footer Placeholder 4"/>
          <p:cNvSpPr>
            <a:spLocks noGrp="1"/>
          </p:cNvSpPr>
          <p:nvPr>
            <p:ph type="ftr" sz="quarter" idx="11"/>
          </p:nvPr>
        </p:nvSpPr>
        <p:spPr/>
        <p:txBody>
          <a:bodyPr/>
          <a:lstStyle/>
          <a:p>
            <a:r>
              <a:rPr lang="es-CL" dirty="0"/>
              <a:t>eedddfff</a:t>
            </a:r>
          </a:p>
        </p:txBody>
      </p:sp>
      <p:sp>
        <p:nvSpPr>
          <p:cNvPr id="6" name="Slide Number Placeholder 5"/>
          <p:cNvSpPr>
            <a:spLocks noGrp="1"/>
          </p:cNvSpPr>
          <p:nvPr>
            <p:ph type="sldNum" sz="quarter" idx="12"/>
          </p:nvPr>
        </p:nvSpPr>
        <p:spPr/>
        <p:txBody>
          <a:bodyPr/>
          <a:lstStyle/>
          <a:p>
            <a:fld id="{6CF736C0-3AAB-4E2B-AA02-940326BE43B1}" type="slidenum">
              <a:rPr lang="es-CL" smtClean="0"/>
              <a:t>‹Nº›</a:t>
            </a:fld>
            <a:endParaRPr lang="es-CL" dirty="0"/>
          </a:p>
        </p:txBody>
      </p:sp>
    </p:spTree>
    <p:extLst>
      <p:ext uri="{BB962C8B-B14F-4D97-AF65-F5344CB8AC3E}">
        <p14:creationId xmlns:p14="http://schemas.microsoft.com/office/powerpoint/2010/main" val="462323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516CDF1C-08AD-4FD0-B022-60A0341AB480}" type="datetime1">
              <a:rPr lang="es-CL" smtClean="0"/>
              <a:t>30-05-2022</a:t>
            </a:fld>
            <a:endParaRPr lang="es-CL" dirty="0"/>
          </a:p>
        </p:txBody>
      </p:sp>
      <p:sp>
        <p:nvSpPr>
          <p:cNvPr id="5" name="Footer Placeholder 4"/>
          <p:cNvSpPr>
            <a:spLocks noGrp="1"/>
          </p:cNvSpPr>
          <p:nvPr>
            <p:ph type="ftr" sz="quarter" idx="11"/>
          </p:nvPr>
        </p:nvSpPr>
        <p:spPr/>
        <p:txBody>
          <a:bodyPr/>
          <a:lstStyle/>
          <a:p>
            <a:r>
              <a:rPr lang="es-CL" dirty="0"/>
              <a:t>eedddfff</a:t>
            </a:r>
          </a:p>
        </p:txBody>
      </p:sp>
      <p:sp>
        <p:nvSpPr>
          <p:cNvPr id="6" name="Slide Number Placeholder 5"/>
          <p:cNvSpPr>
            <a:spLocks noGrp="1"/>
          </p:cNvSpPr>
          <p:nvPr>
            <p:ph type="sldNum" sz="quarter" idx="12"/>
          </p:nvPr>
        </p:nvSpPr>
        <p:spPr/>
        <p:txBody>
          <a:bodyPr/>
          <a:lstStyle/>
          <a:p>
            <a:fld id="{6CF736C0-3AAB-4E2B-AA02-940326BE43B1}" type="slidenum">
              <a:rPr lang="es-CL" smtClean="0"/>
              <a:t>‹Nº›</a:t>
            </a:fld>
            <a:endParaRPr lang="es-CL" dirty="0"/>
          </a:p>
        </p:txBody>
      </p:sp>
    </p:spTree>
    <p:extLst>
      <p:ext uri="{BB962C8B-B14F-4D97-AF65-F5344CB8AC3E}">
        <p14:creationId xmlns:p14="http://schemas.microsoft.com/office/powerpoint/2010/main" val="2719210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0777B3DE-8829-4C16-AD36-DBBCD916A214}" type="datetime1">
              <a:rPr lang="es-CL" smtClean="0"/>
              <a:t>30-05-2022</a:t>
            </a:fld>
            <a:endParaRPr lang="es-CL" dirty="0"/>
          </a:p>
        </p:txBody>
      </p:sp>
      <p:sp>
        <p:nvSpPr>
          <p:cNvPr id="6" name="Footer Placeholder 5"/>
          <p:cNvSpPr>
            <a:spLocks noGrp="1"/>
          </p:cNvSpPr>
          <p:nvPr>
            <p:ph type="ftr" sz="quarter" idx="11"/>
          </p:nvPr>
        </p:nvSpPr>
        <p:spPr/>
        <p:txBody>
          <a:bodyPr/>
          <a:lstStyle/>
          <a:p>
            <a:r>
              <a:rPr lang="es-CL" dirty="0"/>
              <a:t>eedddfff</a:t>
            </a:r>
          </a:p>
        </p:txBody>
      </p:sp>
      <p:sp>
        <p:nvSpPr>
          <p:cNvPr id="7" name="Slide Number Placeholder 6"/>
          <p:cNvSpPr>
            <a:spLocks noGrp="1"/>
          </p:cNvSpPr>
          <p:nvPr>
            <p:ph type="sldNum" sz="quarter" idx="12"/>
          </p:nvPr>
        </p:nvSpPr>
        <p:spPr/>
        <p:txBody>
          <a:bodyPr/>
          <a:lstStyle/>
          <a:p>
            <a:fld id="{6CF736C0-3AAB-4E2B-AA02-940326BE43B1}" type="slidenum">
              <a:rPr lang="es-CL" smtClean="0"/>
              <a:t>‹Nº›</a:t>
            </a:fld>
            <a:endParaRPr lang="es-CL" dirty="0"/>
          </a:p>
        </p:txBody>
      </p:sp>
    </p:spTree>
    <p:extLst>
      <p:ext uri="{BB962C8B-B14F-4D97-AF65-F5344CB8AC3E}">
        <p14:creationId xmlns:p14="http://schemas.microsoft.com/office/powerpoint/2010/main" val="3262910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Editar el estilo de texto del patrón</a:t>
            </a:r>
          </a:p>
        </p:txBody>
      </p:sp>
      <p:sp>
        <p:nvSpPr>
          <p:cNvPr id="4" name="Content Placeholder 3"/>
          <p:cNvSpPr>
            <a:spLocks noGrp="1"/>
          </p:cNvSpPr>
          <p:nvPr>
            <p:ph sz="half" idx="2"/>
          </p:nvPr>
        </p:nvSpPr>
        <p:spPr>
          <a:xfrm>
            <a:off x="472381" y="3340100"/>
            <a:ext cx="2901255" cy="4912784"/>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Editar el estilo de texto del patrón</a:t>
            </a:r>
          </a:p>
        </p:txBody>
      </p:sp>
      <p:sp>
        <p:nvSpPr>
          <p:cNvPr id="6" name="Content Placeholder 5"/>
          <p:cNvSpPr>
            <a:spLocks noGrp="1"/>
          </p:cNvSpPr>
          <p:nvPr>
            <p:ph sz="quarter" idx="4"/>
          </p:nvPr>
        </p:nvSpPr>
        <p:spPr>
          <a:xfrm>
            <a:off x="3471863" y="3340100"/>
            <a:ext cx="2915543" cy="4912784"/>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DF32FD6-F19D-4BF2-BE32-28DEC75776F0}" type="datetime1">
              <a:rPr lang="es-CL" smtClean="0"/>
              <a:t>30-05-2022</a:t>
            </a:fld>
            <a:endParaRPr lang="es-CL" dirty="0"/>
          </a:p>
        </p:txBody>
      </p:sp>
      <p:sp>
        <p:nvSpPr>
          <p:cNvPr id="8" name="Footer Placeholder 7"/>
          <p:cNvSpPr>
            <a:spLocks noGrp="1"/>
          </p:cNvSpPr>
          <p:nvPr>
            <p:ph type="ftr" sz="quarter" idx="11"/>
          </p:nvPr>
        </p:nvSpPr>
        <p:spPr/>
        <p:txBody>
          <a:bodyPr/>
          <a:lstStyle/>
          <a:p>
            <a:r>
              <a:rPr lang="es-CL" dirty="0"/>
              <a:t>eedddfff</a:t>
            </a:r>
          </a:p>
        </p:txBody>
      </p:sp>
      <p:sp>
        <p:nvSpPr>
          <p:cNvPr id="9" name="Slide Number Placeholder 8"/>
          <p:cNvSpPr>
            <a:spLocks noGrp="1"/>
          </p:cNvSpPr>
          <p:nvPr>
            <p:ph type="sldNum" sz="quarter" idx="12"/>
          </p:nvPr>
        </p:nvSpPr>
        <p:spPr/>
        <p:txBody>
          <a:bodyPr/>
          <a:lstStyle/>
          <a:p>
            <a:fld id="{6CF736C0-3AAB-4E2B-AA02-940326BE43B1}" type="slidenum">
              <a:rPr lang="es-CL" smtClean="0"/>
              <a:t>‹Nº›</a:t>
            </a:fld>
            <a:endParaRPr lang="es-CL" dirty="0"/>
          </a:p>
        </p:txBody>
      </p:sp>
    </p:spTree>
    <p:extLst>
      <p:ext uri="{BB962C8B-B14F-4D97-AF65-F5344CB8AC3E}">
        <p14:creationId xmlns:p14="http://schemas.microsoft.com/office/powerpoint/2010/main" val="1653575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39441E01-432F-4436-832E-FFB3D7712681}" type="datetime1">
              <a:rPr lang="es-CL" smtClean="0"/>
              <a:t>30-05-2022</a:t>
            </a:fld>
            <a:endParaRPr lang="es-CL" dirty="0"/>
          </a:p>
        </p:txBody>
      </p:sp>
      <p:sp>
        <p:nvSpPr>
          <p:cNvPr id="4" name="Footer Placeholder 3"/>
          <p:cNvSpPr>
            <a:spLocks noGrp="1"/>
          </p:cNvSpPr>
          <p:nvPr>
            <p:ph type="ftr" sz="quarter" idx="11"/>
          </p:nvPr>
        </p:nvSpPr>
        <p:spPr/>
        <p:txBody>
          <a:bodyPr/>
          <a:lstStyle/>
          <a:p>
            <a:r>
              <a:rPr lang="es-CL" dirty="0"/>
              <a:t>eedddfff</a:t>
            </a:r>
          </a:p>
        </p:txBody>
      </p:sp>
      <p:sp>
        <p:nvSpPr>
          <p:cNvPr id="5" name="Slide Number Placeholder 4"/>
          <p:cNvSpPr>
            <a:spLocks noGrp="1"/>
          </p:cNvSpPr>
          <p:nvPr>
            <p:ph type="sldNum" sz="quarter" idx="12"/>
          </p:nvPr>
        </p:nvSpPr>
        <p:spPr/>
        <p:txBody>
          <a:bodyPr/>
          <a:lstStyle/>
          <a:p>
            <a:fld id="{6CF736C0-3AAB-4E2B-AA02-940326BE43B1}" type="slidenum">
              <a:rPr lang="es-CL" smtClean="0"/>
              <a:t>‹Nº›</a:t>
            </a:fld>
            <a:endParaRPr lang="es-CL" dirty="0"/>
          </a:p>
        </p:txBody>
      </p:sp>
    </p:spTree>
    <p:extLst>
      <p:ext uri="{BB962C8B-B14F-4D97-AF65-F5344CB8AC3E}">
        <p14:creationId xmlns:p14="http://schemas.microsoft.com/office/powerpoint/2010/main" val="2803163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820120-C577-494A-94AA-7C2C5CAB1A79}" type="datetime1">
              <a:rPr lang="es-CL" smtClean="0"/>
              <a:t>30-05-2022</a:t>
            </a:fld>
            <a:endParaRPr lang="es-CL" dirty="0"/>
          </a:p>
        </p:txBody>
      </p:sp>
      <p:sp>
        <p:nvSpPr>
          <p:cNvPr id="3" name="Footer Placeholder 2"/>
          <p:cNvSpPr>
            <a:spLocks noGrp="1"/>
          </p:cNvSpPr>
          <p:nvPr>
            <p:ph type="ftr" sz="quarter" idx="11"/>
          </p:nvPr>
        </p:nvSpPr>
        <p:spPr/>
        <p:txBody>
          <a:bodyPr/>
          <a:lstStyle/>
          <a:p>
            <a:r>
              <a:rPr lang="es-CL" dirty="0"/>
              <a:t>eedddfff</a:t>
            </a:r>
          </a:p>
        </p:txBody>
      </p:sp>
      <p:sp>
        <p:nvSpPr>
          <p:cNvPr id="4" name="Slide Number Placeholder 3"/>
          <p:cNvSpPr>
            <a:spLocks noGrp="1"/>
          </p:cNvSpPr>
          <p:nvPr>
            <p:ph type="sldNum" sz="quarter" idx="12"/>
          </p:nvPr>
        </p:nvSpPr>
        <p:spPr/>
        <p:txBody>
          <a:bodyPr/>
          <a:lstStyle/>
          <a:p>
            <a:fld id="{6CF736C0-3AAB-4E2B-AA02-940326BE43B1}" type="slidenum">
              <a:rPr lang="es-CL" smtClean="0"/>
              <a:t>‹Nº›</a:t>
            </a:fld>
            <a:endParaRPr lang="es-CL" dirty="0"/>
          </a:p>
        </p:txBody>
      </p:sp>
    </p:spTree>
    <p:extLst>
      <p:ext uri="{BB962C8B-B14F-4D97-AF65-F5344CB8AC3E}">
        <p14:creationId xmlns:p14="http://schemas.microsoft.com/office/powerpoint/2010/main" val="887379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Editar el estilo de texto del patrón</a:t>
            </a:r>
          </a:p>
        </p:txBody>
      </p:sp>
      <p:sp>
        <p:nvSpPr>
          <p:cNvPr id="5" name="Date Placeholder 4"/>
          <p:cNvSpPr>
            <a:spLocks noGrp="1"/>
          </p:cNvSpPr>
          <p:nvPr>
            <p:ph type="dt" sz="half" idx="10"/>
          </p:nvPr>
        </p:nvSpPr>
        <p:spPr/>
        <p:txBody>
          <a:bodyPr/>
          <a:lstStyle/>
          <a:p>
            <a:fld id="{075F054A-3562-4821-9299-26606CFC3A8E}" type="datetime1">
              <a:rPr lang="es-CL" smtClean="0"/>
              <a:t>30-05-2022</a:t>
            </a:fld>
            <a:endParaRPr lang="es-CL" dirty="0"/>
          </a:p>
        </p:txBody>
      </p:sp>
      <p:sp>
        <p:nvSpPr>
          <p:cNvPr id="6" name="Footer Placeholder 5"/>
          <p:cNvSpPr>
            <a:spLocks noGrp="1"/>
          </p:cNvSpPr>
          <p:nvPr>
            <p:ph type="ftr" sz="quarter" idx="11"/>
          </p:nvPr>
        </p:nvSpPr>
        <p:spPr/>
        <p:txBody>
          <a:bodyPr/>
          <a:lstStyle/>
          <a:p>
            <a:r>
              <a:rPr lang="es-CL" dirty="0"/>
              <a:t>eedddfff</a:t>
            </a:r>
          </a:p>
        </p:txBody>
      </p:sp>
      <p:sp>
        <p:nvSpPr>
          <p:cNvPr id="7" name="Slide Number Placeholder 6"/>
          <p:cNvSpPr>
            <a:spLocks noGrp="1"/>
          </p:cNvSpPr>
          <p:nvPr>
            <p:ph type="sldNum" sz="quarter" idx="12"/>
          </p:nvPr>
        </p:nvSpPr>
        <p:spPr/>
        <p:txBody>
          <a:bodyPr/>
          <a:lstStyle/>
          <a:p>
            <a:fld id="{6CF736C0-3AAB-4E2B-AA02-940326BE43B1}" type="slidenum">
              <a:rPr lang="es-CL" smtClean="0"/>
              <a:t>‹Nº›</a:t>
            </a:fld>
            <a:endParaRPr lang="es-CL" dirty="0"/>
          </a:p>
        </p:txBody>
      </p:sp>
    </p:spTree>
    <p:extLst>
      <p:ext uri="{BB962C8B-B14F-4D97-AF65-F5344CB8AC3E}">
        <p14:creationId xmlns:p14="http://schemas.microsoft.com/office/powerpoint/2010/main" val="2198282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Editar el estilo de texto del patrón</a:t>
            </a:r>
          </a:p>
        </p:txBody>
      </p:sp>
      <p:sp>
        <p:nvSpPr>
          <p:cNvPr id="5" name="Date Placeholder 4"/>
          <p:cNvSpPr>
            <a:spLocks noGrp="1"/>
          </p:cNvSpPr>
          <p:nvPr>
            <p:ph type="dt" sz="half" idx="10"/>
          </p:nvPr>
        </p:nvSpPr>
        <p:spPr/>
        <p:txBody>
          <a:bodyPr/>
          <a:lstStyle/>
          <a:p>
            <a:fld id="{FEBF5440-EA25-4AE0-B3BD-936BD1750188}" type="datetime1">
              <a:rPr lang="es-CL" smtClean="0"/>
              <a:t>30-05-2022</a:t>
            </a:fld>
            <a:endParaRPr lang="es-CL" dirty="0"/>
          </a:p>
        </p:txBody>
      </p:sp>
      <p:sp>
        <p:nvSpPr>
          <p:cNvPr id="6" name="Footer Placeholder 5"/>
          <p:cNvSpPr>
            <a:spLocks noGrp="1"/>
          </p:cNvSpPr>
          <p:nvPr>
            <p:ph type="ftr" sz="quarter" idx="11"/>
          </p:nvPr>
        </p:nvSpPr>
        <p:spPr/>
        <p:txBody>
          <a:bodyPr/>
          <a:lstStyle/>
          <a:p>
            <a:r>
              <a:rPr lang="es-CL" dirty="0"/>
              <a:t>eedddfff</a:t>
            </a:r>
          </a:p>
        </p:txBody>
      </p:sp>
      <p:sp>
        <p:nvSpPr>
          <p:cNvPr id="7" name="Slide Number Placeholder 6"/>
          <p:cNvSpPr>
            <a:spLocks noGrp="1"/>
          </p:cNvSpPr>
          <p:nvPr>
            <p:ph type="sldNum" sz="quarter" idx="12"/>
          </p:nvPr>
        </p:nvSpPr>
        <p:spPr/>
        <p:txBody>
          <a:bodyPr/>
          <a:lstStyle/>
          <a:p>
            <a:fld id="{6CF736C0-3AAB-4E2B-AA02-940326BE43B1}" type="slidenum">
              <a:rPr lang="es-CL" smtClean="0"/>
              <a:t>‹Nº›</a:t>
            </a:fld>
            <a:endParaRPr lang="es-CL" dirty="0"/>
          </a:p>
        </p:txBody>
      </p:sp>
    </p:spTree>
    <p:extLst>
      <p:ext uri="{BB962C8B-B14F-4D97-AF65-F5344CB8AC3E}">
        <p14:creationId xmlns:p14="http://schemas.microsoft.com/office/powerpoint/2010/main" val="1909773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A9C1CD4-AFC7-41F5-96D0-E25FF8B6021D}" type="datetime1">
              <a:rPr lang="es-CL" smtClean="0"/>
              <a:t>30-05-2022</a:t>
            </a:fld>
            <a:endParaRPr lang="es-CL" dirty="0"/>
          </a:p>
        </p:txBody>
      </p:sp>
      <p:sp>
        <p:nvSpPr>
          <p:cNvPr id="5" name="Footer Placeholder 4"/>
          <p:cNvSpPr>
            <a:spLocks noGrp="1"/>
          </p:cNvSpPr>
          <p:nvPr>
            <p:ph type="ftr" sz="quarter" idx="11"/>
          </p:nvPr>
        </p:nvSpPr>
        <p:spPr/>
        <p:txBody>
          <a:bodyPr/>
          <a:lstStyle/>
          <a:p>
            <a:r>
              <a:rPr lang="es-CL" dirty="0"/>
              <a:t>eedddfff</a:t>
            </a:r>
          </a:p>
        </p:txBody>
      </p:sp>
      <p:sp>
        <p:nvSpPr>
          <p:cNvPr id="6" name="Slide Number Placeholder 5"/>
          <p:cNvSpPr>
            <a:spLocks noGrp="1"/>
          </p:cNvSpPr>
          <p:nvPr>
            <p:ph type="sldNum" sz="quarter" idx="12"/>
          </p:nvPr>
        </p:nvSpPr>
        <p:spPr/>
        <p:txBody>
          <a:bodyPr/>
          <a:lstStyle/>
          <a:p>
            <a:fld id="{6CF736C0-3AAB-4E2B-AA02-940326BE43B1}" type="slidenum">
              <a:rPr lang="es-CL" smtClean="0"/>
              <a:t>‹Nº›</a:t>
            </a:fld>
            <a:endParaRPr lang="es-CL" dirty="0"/>
          </a:p>
        </p:txBody>
      </p:sp>
    </p:spTree>
    <p:extLst>
      <p:ext uri="{BB962C8B-B14F-4D97-AF65-F5344CB8AC3E}">
        <p14:creationId xmlns:p14="http://schemas.microsoft.com/office/powerpoint/2010/main" val="707356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94644A8-AF81-427A-B18A-1EE2ACC11AB3}" type="datetime1">
              <a:rPr lang="es-CL" smtClean="0"/>
              <a:t>30-05-2022</a:t>
            </a:fld>
            <a:endParaRPr lang="es-CL" dirty="0"/>
          </a:p>
        </p:txBody>
      </p:sp>
      <p:sp>
        <p:nvSpPr>
          <p:cNvPr id="5" name="Footer Placeholder 4"/>
          <p:cNvSpPr>
            <a:spLocks noGrp="1"/>
          </p:cNvSpPr>
          <p:nvPr>
            <p:ph type="ftr" sz="quarter" idx="11"/>
          </p:nvPr>
        </p:nvSpPr>
        <p:spPr/>
        <p:txBody>
          <a:bodyPr/>
          <a:lstStyle/>
          <a:p>
            <a:r>
              <a:rPr lang="es-CL" dirty="0"/>
              <a:t>eedddfff</a:t>
            </a:r>
          </a:p>
        </p:txBody>
      </p:sp>
      <p:sp>
        <p:nvSpPr>
          <p:cNvPr id="6" name="Slide Number Placeholder 5"/>
          <p:cNvSpPr>
            <a:spLocks noGrp="1"/>
          </p:cNvSpPr>
          <p:nvPr>
            <p:ph type="sldNum" sz="quarter" idx="12"/>
          </p:nvPr>
        </p:nvSpPr>
        <p:spPr/>
        <p:txBody>
          <a:bodyPr/>
          <a:lstStyle/>
          <a:p>
            <a:fld id="{6CF736C0-3AAB-4E2B-AA02-940326BE43B1}" type="slidenum">
              <a:rPr lang="es-CL" smtClean="0"/>
              <a:t>‹Nº›</a:t>
            </a:fld>
            <a:endParaRPr lang="es-CL" dirty="0"/>
          </a:p>
        </p:txBody>
      </p:sp>
    </p:spTree>
    <p:extLst>
      <p:ext uri="{BB962C8B-B14F-4D97-AF65-F5344CB8AC3E}">
        <p14:creationId xmlns:p14="http://schemas.microsoft.com/office/powerpoint/2010/main" val="4117564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75000"/>
                  </a:schemeClr>
                </a:solidFill>
              </a:defRPr>
            </a:lvl1pPr>
          </a:lstStyle>
          <a:p>
            <a:fld id="{4A7F27A5-1814-4F2B-9F20-3F60EDA43729}" type="datetime1">
              <a:rPr lang="es-CL" smtClean="0"/>
              <a:t>30-05-2022</a:t>
            </a:fld>
            <a:endParaRPr lang="es-CL" dirty="0"/>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s-CL" dirty="0"/>
              <a:t>eedddfff</a:t>
            </a:r>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75000"/>
                  </a:schemeClr>
                </a:solidFill>
              </a:defRPr>
            </a:lvl1pPr>
          </a:lstStyle>
          <a:p>
            <a:fld id="{6CF736C0-3AAB-4E2B-AA02-940326BE43B1}" type="slidenum">
              <a:rPr lang="es-CL" smtClean="0"/>
              <a:t>‹Nº›</a:t>
            </a:fld>
            <a:endParaRPr lang="es-CL" dirty="0"/>
          </a:p>
        </p:txBody>
      </p:sp>
    </p:spTree>
    <p:extLst>
      <p:ext uri="{BB962C8B-B14F-4D97-AF65-F5344CB8AC3E}">
        <p14:creationId xmlns:p14="http://schemas.microsoft.com/office/powerpoint/2010/main" val="8070033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número de diapositiva 5"/>
          <p:cNvSpPr>
            <a:spLocks noGrp="1"/>
          </p:cNvSpPr>
          <p:nvPr>
            <p:ph type="sldNum" sz="quarter" idx="12"/>
          </p:nvPr>
        </p:nvSpPr>
        <p:spPr>
          <a:xfrm>
            <a:off x="5895465" y="8475136"/>
            <a:ext cx="491048" cy="486833"/>
          </a:xfrm>
        </p:spPr>
        <p:txBody>
          <a:bodyPr/>
          <a:lstStyle/>
          <a:p>
            <a:r>
              <a:rPr lang="es-CL" sz="1400" b="1" dirty="0">
                <a:solidFill>
                  <a:schemeClr val="bg1"/>
                </a:solidFill>
              </a:rPr>
              <a:t>1</a:t>
            </a:r>
            <a:endParaRPr lang="es-CL" sz="1200" b="1" dirty="0">
              <a:solidFill>
                <a:schemeClr val="bg1"/>
              </a:solidFill>
            </a:endParaRPr>
          </a:p>
        </p:txBody>
      </p:sp>
      <p:sp>
        <p:nvSpPr>
          <p:cNvPr id="17" name="Rectángulo 16"/>
          <p:cNvSpPr/>
          <p:nvPr/>
        </p:nvSpPr>
        <p:spPr>
          <a:xfrm>
            <a:off x="486422" y="1116932"/>
            <a:ext cx="5830102" cy="3970318"/>
          </a:xfrm>
          <a:prstGeom prst="rect">
            <a:avLst/>
          </a:prstGeom>
        </p:spPr>
        <p:txBody>
          <a:bodyPr wrap="square">
            <a:spAutoFit/>
          </a:bodyPr>
          <a:lstStyle/>
          <a:p>
            <a:pPr algn="just">
              <a:spcAft>
                <a:spcPts val="0"/>
              </a:spcAft>
            </a:pPr>
            <a:r>
              <a:rPr lang="es-CL" sz="1200" b="1" dirty="0">
                <a:solidFill>
                  <a:srgbClr val="0070C0"/>
                </a:solidFill>
                <a:latin typeface="Arial" panose="020B0604020202020204" pitchFamily="34" charset="0"/>
                <a:cs typeface="Arial" panose="020B0604020202020204" pitchFamily="34" charset="0"/>
              </a:rPr>
              <a:t>Declaración Jurada N° 1847</a:t>
            </a:r>
            <a:r>
              <a:rPr lang="es-CL" sz="1200" dirty="0">
                <a:latin typeface="Arial" panose="020B0604020202020204" pitchFamily="34" charset="0"/>
                <a:cs typeface="Arial" panose="020B0604020202020204" pitchFamily="34" charset="0"/>
              </a:rPr>
              <a:t> sobre “Balance de 8 Columnas y Otros Antecedentes" </a:t>
            </a:r>
          </a:p>
          <a:p>
            <a:pPr algn="just">
              <a:spcAft>
                <a:spcPts val="0"/>
              </a:spcAft>
            </a:pPr>
            <a:r>
              <a:rPr lang="es-CL" sz="1200" b="1" dirty="0">
                <a:solidFill>
                  <a:srgbClr val="0070C0"/>
                </a:solidFill>
                <a:latin typeface="Arial" panose="020B0604020202020204" pitchFamily="34" charset="0"/>
                <a:cs typeface="Arial" panose="020B0604020202020204" pitchFamily="34" charset="0"/>
              </a:rPr>
              <a:t>Declaración Jurada Nº 1926</a:t>
            </a:r>
            <a:r>
              <a:rPr lang="es-CL" sz="1200" dirty="0">
                <a:latin typeface="Arial" panose="020B0604020202020204" pitchFamily="34" charset="0"/>
                <a:cs typeface="Arial" panose="020B0604020202020204" pitchFamily="34" charset="0"/>
              </a:rPr>
              <a:t> sobre  “Base Imponible de Primera Categoría y Datos Contables Balance”.</a:t>
            </a:r>
          </a:p>
          <a:p>
            <a:pPr algn="just">
              <a:spcAft>
                <a:spcPts val="0"/>
              </a:spcAft>
            </a:pPr>
            <a:endParaRPr lang="es-CL" sz="1200" dirty="0">
              <a:latin typeface="Arial" panose="020B0604020202020204" pitchFamily="34" charset="0"/>
              <a:cs typeface="Arial" panose="020B0604020202020204" pitchFamily="34" charset="0"/>
            </a:endParaRPr>
          </a:p>
          <a:p>
            <a:pPr algn="just">
              <a:spcAft>
                <a:spcPts val="0"/>
              </a:spcAft>
            </a:pPr>
            <a:r>
              <a:rPr lang="es-CL" sz="1200" dirty="0">
                <a:latin typeface="Arial" panose="020B0604020202020204" pitchFamily="34" charset="0"/>
                <a:cs typeface="Arial" panose="020B0604020202020204" pitchFamily="34" charset="0"/>
              </a:rPr>
              <a:t>Estas declaraciones deben ser presentadas por las empresas que al 01 de enero del año 2022, se encuentran obligadas a declarar sus rentas efectivas determinadas sobre la base de un balance general según contabilidad completa, sujetas al régimen  de la letra A)  del artículo 14 de la LIR con deducción parcial del crédito en los impuestos finales</a:t>
            </a:r>
            <a:r>
              <a:rPr lang="es-CL" sz="1200" dirty="0">
                <a:solidFill>
                  <a:srgbClr val="FF0000"/>
                </a:solidFill>
                <a:latin typeface="Arial" panose="020B0604020202020204" pitchFamily="34" charset="0"/>
                <a:cs typeface="Arial" panose="020B0604020202020204" pitchFamily="34" charset="0"/>
              </a:rPr>
              <a:t>(1)</a:t>
            </a:r>
            <a:r>
              <a:rPr lang="es-CL" sz="1200" dirty="0">
                <a:latin typeface="Arial" panose="020B0604020202020204" pitchFamily="34" charset="0"/>
                <a:cs typeface="Arial" panose="020B0604020202020204" pitchFamily="34" charset="0"/>
              </a:rPr>
              <a:t>. También estarán obligadas a presentar estas declaraciones juradas al momento que efectúen término de giro.</a:t>
            </a:r>
          </a:p>
          <a:p>
            <a:pPr algn="just">
              <a:spcAft>
                <a:spcPts val="0"/>
              </a:spcAft>
            </a:pPr>
            <a:endParaRPr lang="es-CL" sz="1200" dirty="0">
              <a:latin typeface="Arial" panose="020B0604020202020204" pitchFamily="34" charset="0"/>
              <a:cs typeface="Arial" panose="020B0604020202020204" pitchFamily="34" charset="0"/>
            </a:endParaRPr>
          </a:p>
          <a:p>
            <a:pPr algn="just">
              <a:spcAft>
                <a:spcPts val="0"/>
              </a:spcAft>
            </a:pPr>
            <a:r>
              <a:rPr lang="es-CL" sz="1200" b="1" dirty="0">
                <a:latin typeface="Arial" panose="020B0604020202020204" pitchFamily="34" charset="0"/>
                <a:cs typeface="Arial" panose="020B0604020202020204" pitchFamily="34" charset="0"/>
              </a:rPr>
              <a:t>En la  Declaración Jurada Nº 1847 </a:t>
            </a:r>
            <a:r>
              <a:rPr lang="es-CL" sz="1200" dirty="0">
                <a:latin typeface="Arial" panose="020B0604020202020204" pitchFamily="34" charset="0"/>
                <a:cs typeface="Arial" panose="020B0604020202020204" pitchFamily="34" charset="0"/>
              </a:rPr>
              <a:t>se deberá informar el detalle de las cuentas contenidas en el Balance de Ocho (8) Columnas al 31 de diciembre del año 2021, conjuntamente con el valor tributario de los activos y pasivos a dicha fecha.</a:t>
            </a:r>
          </a:p>
          <a:p>
            <a:pPr algn="just"/>
            <a:r>
              <a:rPr lang="es-CL" sz="1200" dirty="0">
                <a:latin typeface="Arial" panose="020B0604020202020204" pitchFamily="34" charset="0"/>
                <a:cs typeface="Arial" panose="020B0604020202020204" pitchFamily="34" charset="0"/>
              </a:rPr>
              <a:t>Se compone de tres secciones y un cuadro de resumen;</a:t>
            </a:r>
          </a:p>
          <a:p>
            <a:pPr algn="just"/>
            <a:endParaRPr lang="es-CL" sz="1200" dirty="0">
              <a:latin typeface="Arial" panose="020B0604020202020204" pitchFamily="34" charset="0"/>
              <a:cs typeface="Arial" panose="020B0604020202020204" pitchFamily="34" charset="0"/>
            </a:endParaRPr>
          </a:p>
          <a:p>
            <a:pPr marL="171450" indent="-171450" algn="just">
              <a:spcAft>
                <a:spcPts val="0"/>
              </a:spcAft>
              <a:buFont typeface="Wingdings" pitchFamily="2" charset="2"/>
              <a:buChar char="Ø"/>
            </a:pPr>
            <a:r>
              <a:rPr lang="es-CL" sz="1200" b="1" dirty="0">
                <a:latin typeface="Arial" panose="020B0604020202020204" pitchFamily="34" charset="0"/>
                <a:cs typeface="Arial" panose="020B0604020202020204" pitchFamily="34" charset="0"/>
              </a:rPr>
              <a:t>Sección A:</a:t>
            </a:r>
            <a:r>
              <a:rPr lang="es-CL" sz="1200" dirty="0">
                <a:latin typeface="Arial" panose="020B0604020202020204" pitchFamily="34" charset="0"/>
                <a:cs typeface="Arial" panose="020B0604020202020204" pitchFamily="34" charset="0"/>
              </a:rPr>
              <a:t> “</a:t>
            </a:r>
            <a:r>
              <a:rPr lang="es-CL" sz="1200" i="1" dirty="0">
                <a:latin typeface="Arial" panose="020B0604020202020204" pitchFamily="34" charset="0"/>
                <a:cs typeface="Arial" panose="020B0604020202020204" pitchFamily="34" charset="0"/>
              </a:rPr>
              <a:t>Identificación del declarante”</a:t>
            </a:r>
            <a:r>
              <a:rPr lang="es-CL" sz="1200" dirty="0">
                <a:latin typeface="Arial" panose="020B0604020202020204" pitchFamily="34" charset="0"/>
                <a:cs typeface="Arial" panose="020B0604020202020204" pitchFamily="34" charset="0"/>
              </a:rPr>
              <a:t>, </a:t>
            </a:r>
          </a:p>
          <a:p>
            <a:pPr marL="171450" indent="-171450" algn="just">
              <a:buFont typeface="Wingdings" pitchFamily="2" charset="2"/>
              <a:buChar char="Ø"/>
            </a:pPr>
            <a:r>
              <a:rPr lang="es-CL" sz="1200" b="1" dirty="0">
                <a:latin typeface="Arial" panose="020B0604020202020204" pitchFamily="34" charset="0"/>
                <a:cs typeface="Arial" panose="020B0604020202020204" pitchFamily="34" charset="0"/>
              </a:rPr>
              <a:t>Sección B:</a:t>
            </a:r>
            <a:r>
              <a:rPr lang="es-CL" sz="1200" dirty="0">
                <a:latin typeface="Arial" panose="020B0604020202020204" pitchFamily="34" charset="0"/>
                <a:cs typeface="Arial" panose="020B0604020202020204" pitchFamily="34" charset="0"/>
              </a:rPr>
              <a:t> “</a:t>
            </a:r>
            <a:r>
              <a:rPr lang="es-CL" sz="1200" i="1" dirty="0">
                <a:latin typeface="Arial" panose="020B0604020202020204" pitchFamily="34" charset="0"/>
                <a:cs typeface="Arial" panose="020B0604020202020204" pitchFamily="34" charset="0"/>
              </a:rPr>
              <a:t>Otros antecedentes del declarante”</a:t>
            </a:r>
            <a:r>
              <a:rPr lang="es-CL" sz="1200" dirty="0">
                <a:latin typeface="Arial" panose="020B0604020202020204" pitchFamily="34" charset="0"/>
                <a:cs typeface="Arial" panose="020B0604020202020204" pitchFamily="34" charset="0"/>
              </a:rPr>
              <a:t>, </a:t>
            </a:r>
          </a:p>
          <a:p>
            <a:pPr marL="171450" indent="-171450" algn="just">
              <a:buFont typeface="Wingdings" pitchFamily="2" charset="2"/>
              <a:buChar char="Ø"/>
            </a:pPr>
            <a:r>
              <a:rPr lang="es-CL" sz="1200" b="1" dirty="0">
                <a:latin typeface="Arial" panose="020B0604020202020204" pitchFamily="34" charset="0"/>
                <a:cs typeface="Arial" panose="020B0604020202020204" pitchFamily="34" charset="0"/>
              </a:rPr>
              <a:t>Sección C:</a:t>
            </a:r>
            <a:r>
              <a:rPr lang="es-CL" sz="1200" dirty="0">
                <a:latin typeface="Arial" panose="020B0604020202020204" pitchFamily="34" charset="0"/>
                <a:cs typeface="Arial" panose="020B0604020202020204" pitchFamily="34" charset="0"/>
              </a:rPr>
              <a:t> “</a:t>
            </a:r>
            <a:r>
              <a:rPr lang="es-CL" sz="1200" i="1" dirty="0">
                <a:latin typeface="Arial" panose="020B0604020202020204" pitchFamily="34" charset="0"/>
                <a:cs typeface="Arial" panose="020B0604020202020204" pitchFamily="34" charset="0"/>
              </a:rPr>
              <a:t>Detalle de las cuentas contenidas en el balance de 8 columnas”.</a:t>
            </a:r>
            <a:endParaRPr lang="es-CL" sz="1200" dirty="0">
              <a:latin typeface="Arial" panose="020B0604020202020204" pitchFamily="34" charset="0"/>
              <a:cs typeface="Arial" panose="020B0604020202020204" pitchFamily="34" charset="0"/>
            </a:endParaRPr>
          </a:p>
          <a:p>
            <a:pPr algn="just"/>
            <a:endParaRPr lang="es-CL" sz="1200" dirty="0">
              <a:latin typeface="Arial" panose="020B0604020202020204" pitchFamily="34" charset="0"/>
              <a:cs typeface="Arial" panose="020B0604020202020204" pitchFamily="34" charset="0"/>
            </a:endParaRPr>
          </a:p>
        </p:txBody>
      </p:sp>
      <p:sp>
        <p:nvSpPr>
          <p:cNvPr id="19" name="Rectángulo 18"/>
          <p:cNvSpPr/>
          <p:nvPr/>
        </p:nvSpPr>
        <p:spPr>
          <a:xfrm>
            <a:off x="471486" y="8475135"/>
            <a:ext cx="5564775" cy="707886"/>
          </a:xfrm>
          <a:prstGeom prst="rect">
            <a:avLst/>
          </a:prstGeom>
        </p:spPr>
        <p:txBody>
          <a:bodyPr wrap="square">
            <a:spAutoFit/>
          </a:bodyPr>
          <a:lstStyle/>
          <a:p>
            <a:pPr algn="just">
              <a:spcAft>
                <a:spcPts val="0"/>
              </a:spcAft>
            </a:pPr>
            <a:r>
              <a:rPr lang="es-CL" sz="1000" dirty="0">
                <a:solidFill>
                  <a:srgbClr val="FF0000"/>
                </a:solidFill>
                <a:latin typeface="Arial" panose="020B0604020202020204" pitchFamily="34" charset="0"/>
                <a:cs typeface="Arial" panose="020B0604020202020204" pitchFamily="34" charset="0"/>
              </a:rPr>
              <a:t>(1)</a:t>
            </a:r>
            <a:r>
              <a:rPr lang="es-CL" sz="1000" dirty="0">
                <a:latin typeface="Arial" panose="020B0604020202020204" pitchFamily="34" charset="0"/>
                <a:cs typeface="Arial" panose="020B0604020202020204" pitchFamily="34" charset="0"/>
              </a:rPr>
              <a:t> Las</a:t>
            </a:r>
            <a:r>
              <a:rPr lang="es-CL" sz="1000" dirty="0">
                <a:solidFill>
                  <a:srgbClr val="E6500A"/>
                </a:solidFill>
                <a:latin typeface="Arial" panose="020B0604020202020204" pitchFamily="34" charset="0"/>
                <a:cs typeface="Arial" panose="020B0604020202020204" pitchFamily="34" charset="0"/>
              </a:rPr>
              <a:t> </a:t>
            </a:r>
            <a:r>
              <a:rPr lang="es-CL" sz="1000" dirty="0">
                <a:latin typeface="Arial" panose="020B0604020202020204" pitchFamily="34" charset="0"/>
                <a:cs typeface="Arial" panose="020B0604020202020204" pitchFamily="34" charset="0"/>
              </a:rPr>
              <a:t>Instrucciones sobre la forma y el plazo para presentar las Declaraciones Juradas </a:t>
            </a:r>
            <a:r>
              <a:rPr lang="es-CL" sz="1000" dirty="0" err="1">
                <a:latin typeface="Arial" panose="020B0604020202020204" pitchFamily="34" charset="0"/>
                <a:cs typeface="Arial" panose="020B0604020202020204" pitchFamily="34" charset="0"/>
              </a:rPr>
              <a:t>Nºs</a:t>
            </a:r>
            <a:r>
              <a:rPr lang="es-CL" sz="1000" dirty="0">
                <a:latin typeface="Arial" panose="020B0604020202020204" pitchFamily="34" charset="0"/>
                <a:cs typeface="Arial" panose="020B0604020202020204" pitchFamily="34" charset="0"/>
              </a:rPr>
              <a:t>  1847 y 1926 están contenidas en Res. Exenta SII Nº  22 de 25 de febrero de 2021. </a:t>
            </a:r>
          </a:p>
          <a:p>
            <a:pPr algn="just"/>
            <a:r>
              <a:rPr lang="es-CL" sz="1000" dirty="0">
                <a:solidFill>
                  <a:srgbClr val="FF0000"/>
                </a:solidFill>
                <a:latin typeface="Arial" panose="020B0604020202020204" pitchFamily="34" charset="0"/>
                <a:cs typeface="Arial" panose="020B0604020202020204" pitchFamily="34" charset="0"/>
              </a:rPr>
              <a:t>(2)</a:t>
            </a:r>
            <a:r>
              <a:rPr lang="es-CL" sz="1000" dirty="0">
                <a:latin typeface="Arial" panose="020B0604020202020204" pitchFamily="34" charset="0"/>
                <a:cs typeface="Arial" panose="020B0604020202020204" pitchFamily="34" charset="0"/>
              </a:rPr>
              <a:t> Resolución Nº 128 del 11 de noviembre de 2021</a:t>
            </a:r>
          </a:p>
          <a:p>
            <a:pPr marL="228600" indent="-228600">
              <a:spcAft>
                <a:spcPts val="0"/>
              </a:spcAft>
              <a:buAutoNum type="arabicParenBoth"/>
            </a:pPr>
            <a:endParaRPr lang="es-ES" sz="1000" dirty="0">
              <a:latin typeface="Arial" panose="020B0604020202020204" pitchFamily="34" charset="0"/>
              <a:cs typeface="Arial" panose="020B0604020202020204" pitchFamily="34" charset="0"/>
            </a:endParaRPr>
          </a:p>
        </p:txBody>
      </p:sp>
      <p:pic>
        <p:nvPicPr>
          <p:cNvPr id="10" name="Imagen 9">
            <a:extLst>
              <a:ext uri="{FF2B5EF4-FFF2-40B4-BE49-F238E27FC236}">
                <a16:creationId xmlns:a16="http://schemas.microsoft.com/office/drawing/2014/main" id="{E7F2DDB0-663D-4530-A67E-F5586DB4ABB9}"/>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l="173" t="29375" r="-173" b="50927"/>
          <a:stretch/>
        </p:blipFill>
        <p:spPr>
          <a:xfrm>
            <a:off x="78058" y="1"/>
            <a:ext cx="6828067" cy="928011"/>
          </a:xfrm>
          <a:prstGeom prst="rect">
            <a:avLst/>
          </a:prstGeom>
        </p:spPr>
      </p:pic>
      <p:sp>
        <p:nvSpPr>
          <p:cNvPr id="13" name="CuadroTexto 12">
            <a:extLst>
              <a:ext uri="{FF2B5EF4-FFF2-40B4-BE49-F238E27FC236}">
                <a16:creationId xmlns:a16="http://schemas.microsoft.com/office/drawing/2014/main" id="{F251E0D2-DC53-4B01-B873-E1FF8F0E11A5}"/>
              </a:ext>
            </a:extLst>
          </p:cNvPr>
          <p:cNvSpPr txBox="1"/>
          <p:nvPr/>
        </p:nvSpPr>
        <p:spPr>
          <a:xfrm>
            <a:off x="29932" y="66238"/>
            <a:ext cx="6828067" cy="861774"/>
          </a:xfrm>
          <a:prstGeom prst="rect">
            <a:avLst/>
          </a:prstGeom>
          <a:noFill/>
        </p:spPr>
        <p:txBody>
          <a:bodyPr wrap="square">
            <a:spAutoFit/>
          </a:bodyPr>
          <a:lstStyle/>
          <a:p>
            <a:r>
              <a:rPr lang="es-ES" sz="1200" b="1" dirty="0">
                <a:solidFill>
                  <a:schemeClr val="bg1"/>
                </a:solidFill>
                <a:latin typeface="Arial" panose="020B0604020202020204" pitchFamily="34" charset="0"/>
                <a:cs typeface="Arial" panose="020B0604020202020204" pitchFamily="34" charset="0"/>
              </a:rPr>
              <a:t>DECLARACIONES JURADAS  Nº 1847  Y 1926: DATOS DE BALANCE Y BASE IMPONIBLE.</a:t>
            </a:r>
          </a:p>
          <a:p>
            <a:endParaRPr lang="es-ES" sz="1200" b="1" dirty="0">
              <a:solidFill>
                <a:schemeClr val="bg1"/>
              </a:solidFill>
              <a:latin typeface="Arial" panose="020B0604020202020204" pitchFamily="34" charset="0"/>
              <a:cs typeface="Arial" panose="020B0604020202020204" pitchFamily="34" charset="0"/>
            </a:endParaRPr>
          </a:p>
          <a:p>
            <a:r>
              <a:rPr lang="es-ES" sz="1200" b="1" dirty="0">
                <a:solidFill>
                  <a:schemeClr val="bg1"/>
                </a:solidFill>
                <a:latin typeface="Arial" panose="020B0604020202020204" pitchFamily="34" charset="0"/>
                <a:cs typeface="Arial" panose="020B0604020202020204" pitchFamily="34" charset="0"/>
              </a:rPr>
              <a:t>CONTRIBUYENTES OBLIGADOS = RÉGIMEN SEMI-INTEGRADO (ART.14 A LIR) </a:t>
            </a:r>
          </a:p>
          <a:p>
            <a:r>
              <a:rPr lang="es-ES" sz="1400" b="1" dirty="0">
                <a:solidFill>
                  <a:schemeClr val="bg1"/>
                </a:solidFill>
                <a:latin typeface="Arial" panose="020B0604020202020204" pitchFamily="34" charset="0"/>
                <a:cs typeface="Arial" panose="020B0604020202020204" pitchFamily="34" charset="0"/>
              </a:rPr>
              <a:t>      </a:t>
            </a:r>
          </a:p>
        </p:txBody>
      </p:sp>
      <p:sp>
        <p:nvSpPr>
          <p:cNvPr id="3" name="Rectángulo 2">
            <a:extLst>
              <a:ext uri="{FF2B5EF4-FFF2-40B4-BE49-F238E27FC236}">
                <a16:creationId xmlns:a16="http://schemas.microsoft.com/office/drawing/2014/main" id="{F33B6B2D-BC8F-FD4B-A609-A58C52187582}"/>
              </a:ext>
            </a:extLst>
          </p:cNvPr>
          <p:cNvSpPr/>
          <p:nvPr/>
        </p:nvSpPr>
        <p:spPr>
          <a:xfrm>
            <a:off x="396635" y="3256157"/>
            <a:ext cx="5974942" cy="164054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D5F81594-A213-1F4E-BE9C-7030DD246AAA}"/>
              </a:ext>
            </a:extLst>
          </p:cNvPr>
          <p:cNvSpPr/>
          <p:nvPr/>
        </p:nvSpPr>
        <p:spPr>
          <a:xfrm>
            <a:off x="396635" y="5032808"/>
            <a:ext cx="5919889" cy="150866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2" name="CuadroTexto 11">
            <a:extLst>
              <a:ext uri="{FF2B5EF4-FFF2-40B4-BE49-F238E27FC236}">
                <a16:creationId xmlns:a16="http://schemas.microsoft.com/office/drawing/2014/main" id="{E08B3D6E-1928-2644-95B8-BE0A585430AE}"/>
              </a:ext>
            </a:extLst>
          </p:cNvPr>
          <p:cNvSpPr txBox="1"/>
          <p:nvPr/>
        </p:nvSpPr>
        <p:spPr>
          <a:xfrm>
            <a:off x="486423" y="5102364"/>
            <a:ext cx="5830101" cy="1384995"/>
          </a:xfrm>
          <a:prstGeom prst="rect">
            <a:avLst/>
          </a:prstGeom>
          <a:noFill/>
        </p:spPr>
        <p:txBody>
          <a:bodyPr wrap="square" rtlCol="0">
            <a:spAutoFit/>
          </a:bodyPr>
          <a:lstStyle/>
          <a:p>
            <a:pPr algn="just"/>
            <a:r>
              <a:rPr lang="es-CL" sz="1200" b="1" dirty="0">
                <a:latin typeface="Arial" panose="020B0604020202020204" pitchFamily="34" charset="0"/>
                <a:cs typeface="Arial" panose="020B0604020202020204" pitchFamily="34" charset="0"/>
              </a:rPr>
              <a:t>En la Declaración Jurada Nº 1926,</a:t>
            </a:r>
            <a:r>
              <a:rPr lang="es-CL" sz="1200" dirty="0">
                <a:latin typeface="Arial" panose="020B0604020202020204" pitchFamily="34" charset="0"/>
                <a:cs typeface="Arial" panose="020B0604020202020204" pitchFamily="34" charset="0"/>
              </a:rPr>
              <a:t> los datos relevantes a informar son las partidas que han sido agregadas o deducidas para la correcta determinación de la RLI. Se compone de 3 secciones y un cuadro resumen según se indica:</a:t>
            </a:r>
          </a:p>
          <a:p>
            <a:pPr algn="just"/>
            <a:endParaRPr lang="es-CL" sz="1200" dirty="0">
              <a:latin typeface="Arial" panose="020B0604020202020204" pitchFamily="34" charset="0"/>
              <a:cs typeface="Arial" panose="020B0604020202020204" pitchFamily="34" charset="0"/>
            </a:endParaRPr>
          </a:p>
          <a:p>
            <a:pPr marL="171450" indent="-171450" algn="just">
              <a:buFont typeface="Wingdings" pitchFamily="2" charset="2"/>
              <a:buChar char="Ø"/>
            </a:pPr>
            <a:r>
              <a:rPr lang="es-CL" sz="1200" b="1" dirty="0">
                <a:latin typeface="Arial" panose="020B0604020202020204" pitchFamily="34" charset="0"/>
                <a:cs typeface="Arial" panose="020B0604020202020204" pitchFamily="34" charset="0"/>
              </a:rPr>
              <a:t>Sección A:</a:t>
            </a:r>
            <a:r>
              <a:rPr lang="es-CL" sz="1200" dirty="0">
                <a:latin typeface="Arial" panose="020B0604020202020204" pitchFamily="34" charset="0"/>
                <a:cs typeface="Arial" panose="020B0604020202020204" pitchFamily="34" charset="0"/>
              </a:rPr>
              <a:t> </a:t>
            </a:r>
            <a:r>
              <a:rPr lang="es-CL" sz="1200" i="1" dirty="0">
                <a:latin typeface="Arial" panose="020B0604020202020204" pitchFamily="34" charset="0"/>
                <a:cs typeface="Arial" panose="020B0604020202020204" pitchFamily="34" charset="0"/>
              </a:rPr>
              <a:t>“Identificación del Contribuyente”, </a:t>
            </a:r>
          </a:p>
          <a:p>
            <a:pPr marL="171450" indent="-171450" algn="just">
              <a:buFont typeface="Wingdings" pitchFamily="2" charset="2"/>
              <a:buChar char="Ø"/>
            </a:pPr>
            <a:r>
              <a:rPr lang="es-CL" sz="1200" b="1" dirty="0">
                <a:latin typeface="Arial" panose="020B0604020202020204" pitchFamily="34" charset="0"/>
                <a:cs typeface="Arial" panose="020B0604020202020204" pitchFamily="34" charset="0"/>
              </a:rPr>
              <a:t>Sección B:</a:t>
            </a:r>
            <a:r>
              <a:rPr lang="es-CL" sz="1200" dirty="0">
                <a:latin typeface="Arial" panose="020B0604020202020204" pitchFamily="34" charset="0"/>
                <a:cs typeface="Arial" panose="020B0604020202020204" pitchFamily="34" charset="0"/>
              </a:rPr>
              <a:t> </a:t>
            </a:r>
            <a:r>
              <a:rPr lang="es-CL" sz="1200" i="1" dirty="0">
                <a:latin typeface="Arial" panose="020B0604020202020204" pitchFamily="34" charset="0"/>
                <a:cs typeface="Arial" panose="020B0604020202020204" pitchFamily="34" charset="0"/>
              </a:rPr>
              <a:t>“Determinación de la Base Imponible”</a:t>
            </a:r>
            <a:r>
              <a:rPr lang="es-CL" sz="1200" dirty="0">
                <a:latin typeface="Arial" panose="020B0604020202020204" pitchFamily="34" charset="0"/>
                <a:cs typeface="Arial" panose="020B0604020202020204" pitchFamily="34" charset="0"/>
              </a:rPr>
              <a:t>.</a:t>
            </a:r>
          </a:p>
          <a:p>
            <a:pPr marL="171450" indent="-171450" algn="just">
              <a:buFont typeface="Wingdings" pitchFamily="2" charset="2"/>
              <a:buChar char="Ø"/>
            </a:pPr>
            <a:r>
              <a:rPr lang="es-CL" sz="1200" b="1" dirty="0">
                <a:latin typeface="Arial" panose="020B0604020202020204" pitchFamily="34" charset="0"/>
                <a:cs typeface="Arial" panose="020B0604020202020204" pitchFamily="34" charset="0"/>
              </a:rPr>
              <a:t>Sección C: </a:t>
            </a:r>
            <a:r>
              <a:rPr lang="es-CL" sz="1200" i="1" dirty="0">
                <a:latin typeface="Arial" panose="020B0604020202020204" pitchFamily="34" charset="0"/>
                <a:cs typeface="Arial" panose="020B0604020202020204" pitchFamily="34" charset="0"/>
              </a:rPr>
              <a:t>“Ajustes al Patrimonio financiero”</a:t>
            </a:r>
            <a:endParaRPr lang="es-CL" sz="1200" dirty="0">
              <a:latin typeface="Arial" panose="020B0604020202020204" pitchFamily="34" charset="0"/>
              <a:cs typeface="Arial" panose="020B0604020202020204" pitchFamily="34" charset="0"/>
            </a:endParaRPr>
          </a:p>
        </p:txBody>
      </p:sp>
      <p:sp>
        <p:nvSpPr>
          <p:cNvPr id="5" name="CuadroTexto 4">
            <a:extLst>
              <a:ext uri="{FF2B5EF4-FFF2-40B4-BE49-F238E27FC236}">
                <a16:creationId xmlns:a16="http://schemas.microsoft.com/office/drawing/2014/main" id="{B93B3BF4-9705-1640-AF6F-1387D7AC33FA}"/>
              </a:ext>
            </a:extLst>
          </p:cNvPr>
          <p:cNvSpPr txBox="1"/>
          <p:nvPr/>
        </p:nvSpPr>
        <p:spPr>
          <a:xfrm>
            <a:off x="471486" y="6880304"/>
            <a:ext cx="5900091" cy="1384995"/>
          </a:xfrm>
          <a:prstGeom prst="rect">
            <a:avLst/>
          </a:prstGeom>
          <a:noFill/>
        </p:spPr>
        <p:txBody>
          <a:bodyPr wrap="square" rtlCol="0">
            <a:spAutoFit/>
          </a:bodyPr>
          <a:lstStyle/>
          <a:p>
            <a:pPr algn="just">
              <a:spcAft>
                <a:spcPts val="0"/>
              </a:spcAft>
            </a:pPr>
            <a:r>
              <a:rPr lang="es-CL" sz="1200" dirty="0">
                <a:latin typeface="Arial" panose="020B0604020202020204" pitchFamily="34" charset="0"/>
                <a:cs typeface="Arial" panose="020B0604020202020204" pitchFamily="34" charset="0"/>
              </a:rPr>
              <a:t>El plazo para presentar las declaraciones juradas es hasta el día </a:t>
            </a:r>
            <a:r>
              <a:rPr lang="es-CL" sz="1200" b="1" dirty="0">
                <a:latin typeface="Arial" panose="020B0604020202020204" pitchFamily="34" charset="0"/>
                <a:cs typeface="Arial" panose="020B0604020202020204" pitchFamily="34" charset="0"/>
              </a:rPr>
              <a:t>30 de junio del año 2022</a:t>
            </a:r>
            <a:r>
              <a:rPr lang="es-CL" sz="1200" dirty="0">
                <a:latin typeface="Arial" panose="020B0604020202020204" pitchFamily="34" charset="0"/>
                <a:cs typeface="Arial" panose="020B0604020202020204" pitchFamily="34" charset="0"/>
              </a:rPr>
              <a:t> </a:t>
            </a:r>
            <a:r>
              <a:rPr lang="es-CL" sz="1200" dirty="0">
                <a:solidFill>
                  <a:srgbClr val="FF0000"/>
                </a:solidFill>
                <a:latin typeface="Arial" panose="020B0604020202020204" pitchFamily="34" charset="0"/>
                <a:cs typeface="Arial" panose="020B0604020202020204" pitchFamily="34" charset="0"/>
              </a:rPr>
              <a:t>(2).</a:t>
            </a:r>
          </a:p>
          <a:p>
            <a:pPr algn="just">
              <a:spcAft>
                <a:spcPts val="0"/>
              </a:spcAft>
            </a:pPr>
            <a:endParaRPr lang="es-CL" sz="1200" dirty="0">
              <a:solidFill>
                <a:srgbClr val="FF0000"/>
              </a:solidFill>
              <a:latin typeface="Arial" panose="020B0604020202020204" pitchFamily="34" charset="0"/>
              <a:cs typeface="Arial" panose="020B0604020202020204" pitchFamily="34" charset="0"/>
            </a:endParaRPr>
          </a:p>
          <a:p>
            <a:pPr algn="just">
              <a:spcAft>
                <a:spcPts val="0"/>
              </a:spcAft>
            </a:pPr>
            <a:r>
              <a:rPr lang="es-CL" sz="1200" dirty="0">
                <a:latin typeface="Arial" panose="020B0604020202020204" pitchFamily="34" charset="0"/>
                <a:cs typeface="Arial" panose="020B0604020202020204" pitchFamily="34" charset="0"/>
              </a:rPr>
              <a:t>El retardo u omisión en la presentación de las declaraciones juradas, se sancionará de acuerdo a lo dispuesto en el Nº 1 del artículo 97 del Código Tributario. </a:t>
            </a:r>
          </a:p>
          <a:p>
            <a:pPr algn="just"/>
            <a:r>
              <a:rPr lang="es-CL" sz="1200" dirty="0">
                <a:latin typeface="Arial" panose="020B0604020202020204" pitchFamily="34" charset="0"/>
                <a:cs typeface="Arial" panose="020B0604020202020204" pitchFamily="34" charset="0"/>
              </a:rPr>
              <a:t>En el caso que la presentación se realice en forma incompleta o errónea será sancionada de acuerdo al artículo 109 del mismo cuerpo legal.</a:t>
            </a:r>
          </a:p>
        </p:txBody>
      </p:sp>
    </p:spTree>
    <p:extLst>
      <p:ext uri="{BB962C8B-B14F-4D97-AF65-F5344CB8AC3E}">
        <p14:creationId xmlns:p14="http://schemas.microsoft.com/office/powerpoint/2010/main" val="2338288914"/>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ABAE7BE515542D46AE355ACC539C8D8D" ma:contentTypeVersion="13" ma:contentTypeDescription="Crear nuevo documento." ma:contentTypeScope="" ma:versionID="03d2d74e224cd3eb7e68d1f2b27dac30">
  <xsd:schema xmlns:xsd="http://www.w3.org/2001/XMLSchema" xmlns:xs="http://www.w3.org/2001/XMLSchema" xmlns:p="http://schemas.microsoft.com/office/2006/metadata/properties" xmlns:ns3="103ce411-4e21-418a-b164-29ba885c9a28" xmlns:ns4="d544519c-0f8b-494e-8488-ec7833df4f45" targetNamespace="http://schemas.microsoft.com/office/2006/metadata/properties" ma:root="true" ma:fieldsID="06244e690f8dce853ba96b6a50343812" ns3:_="" ns4:_="">
    <xsd:import namespace="103ce411-4e21-418a-b164-29ba885c9a28"/>
    <xsd:import namespace="d544519c-0f8b-494e-8488-ec7833df4f4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ServiceAutoKeyPoints" minOccurs="0"/>
                <xsd:element ref="ns3:MediaServiceKeyPoint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03ce411-4e21-418a-b164-29ba885c9a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44519c-0f8b-494e-8488-ec7833df4f45"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SharingHintHash" ma:index="12"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A908FC6-5D5D-4FB6-BB53-79D503A47D43}">
  <ds:schemaRefs>
    <ds:schemaRef ds:uri="http://schemas.microsoft.com/sharepoint/v3/contenttype/forms"/>
  </ds:schemaRefs>
</ds:datastoreItem>
</file>

<file path=customXml/itemProps2.xml><?xml version="1.0" encoding="utf-8"?>
<ds:datastoreItem xmlns:ds="http://schemas.openxmlformats.org/officeDocument/2006/customXml" ds:itemID="{4E1BCC32-A087-4356-801C-5FCB5EEE98EA}">
  <ds:schemaRefs>
    <ds:schemaRef ds:uri="d544519c-0f8b-494e-8488-ec7833df4f45"/>
    <ds:schemaRef ds:uri="http://schemas.microsoft.com/office/infopath/2007/PartnerControls"/>
    <ds:schemaRef ds:uri="http://purl.org/dc/dcmitype/"/>
    <ds:schemaRef ds:uri="http://schemas.openxmlformats.org/package/2006/metadata/core-properties"/>
    <ds:schemaRef ds:uri="103ce411-4e21-418a-b164-29ba885c9a28"/>
    <ds:schemaRef ds:uri="http://purl.org/dc/terms/"/>
    <ds:schemaRef ds:uri="http://schemas.microsoft.com/office/2006/documentManagement/types"/>
    <ds:schemaRef ds:uri="http://schemas.microsoft.com/office/2006/metadata/properties"/>
    <ds:schemaRef ds:uri="http://www.w3.org/XML/1998/namespace"/>
    <ds:schemaRef ds:uri="http://purl.org/dc/elements/1.1/"/>
  </ds:schemaRefs>
</ds:datastoreItem>
</file>

<file path=customXml/itemProps3.xml><?xml version="1.0" encoding="utf-8"?>
<ds:datastoreItem xmlns:ds="http://schemas.openxmlformats.org/officeDocument/2006/customXml" ds:itemID="{61B1C618-18CB-43C3-A517-30E063331BE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03ce411-4e21-418a-b164-29ba885c9a28"/>
    <ds:schemaRef ds:uri="d544519c-0f8b-494e-8488-ec7833df4f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10817</TotalTime>
  <Words>411</Words>
  <Application>Microsoft Office PowerPoint</Application>
  <PresentationFormat>Carta (216 x 279 mm)</PresentationFormat>
  <Paragraphs>27</Paragraphs>
  <Slides>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vt:i4>
      </vt:variant>
    </vt:vector>
  </HeadingPairs>
  <TitlesOfParts>
    <vt:vector size="6" baseType="lpstr">
      <vt:lpstr>Arial</vt:lpstr>
      <vt:lpstr>Calibri</vt:lpstr>
      <vt:lpstr>Calibri Light</vt:lpstr>
      <vt:lpstr>Wingdings</vt:lpstr>
      <vt:lpstr>Tema de Office</vt:lpstr>
      <vt:lpstr>Presentación de PowerPoint</vt:lpstr>
    </vt:vector>
  </TitlesOfParts>
  <Company>SII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Eduardo Javier Lopez Ramirez</dc:creator>
  <cp:lastModifiedBy>Ninfa Patricia Alvarez Segovia</cp:lastModifiedBy>
  <cp:revision>441</cp:revision>
  <cp:lastPrinted>2020-02-26T14:45:32Z</cp:lastPrinted>
  <dcterms:created xsi:type="dcterms:W3CDTF">2018-01-15T15:36:05Z</dcterms:created>
  <dcterms:modified xsi:type="dcterms:W3CDTF">2022-05-30T19:21:24Z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0x010100ABAE7BE515542D46AE355ACC539C8D8D</vt:lpwstr>
  </property>
</Properties>
</file>